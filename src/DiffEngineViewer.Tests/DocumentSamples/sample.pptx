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448e7510c2b42f2" /><Relationship Type="http://schemas.openxmlformats.org/package/2006/relationships/metadata/core-properties" Target="/package/services/metadata/core-properties/eb7492cad02849e1a13a7d3f946d110a.psmdcp" Id="R6b5428be8e8848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smRid1"/>
  </p:sldMasterIdLst>
  <p:sldIdLst>
    <p:sldId xmlns:r="http://schemas.openxmlformats.org/officeDocument/2006/relationships" id="256" r:id="sldRid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smRid1" /><Relationship Type="http://schemas.openxmlformats.org/officeDocument/2006/relationships/slide" Target="/ppt/slides/slide1.xml" Id="sldRid1" /></Relationship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smRid1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themeRid1" /><Relationship Type="http://schemas.openxmlformats.org/officeDocument/2006/relationships/slideLayout" Target="/ppt/slideLayouts/slideLayout1.xml" Id="slRid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slRid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1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b749dcd1b4a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838200" y="18256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Hello, PowerPoint!</a:t>
            </a:r>
          </a:p>
        </p:txBody>
      </p:sp>
    </p:spTree>
  </p:cSld>
</p:sld>
</file>